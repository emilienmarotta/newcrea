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6338E4"/>
    <a:srgbClr val="F5F4FE"/>
    <a:srgbClr val="EBE8FC"/>
    <a:srgbClr val="CEC1F7"/>
    <a:srgbClr val="111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768" y="451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A370-4A75-82C9-48AD-C6913DFB3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742C5-A6A1-3EBA-47C2-E95F0C6E6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561B-63F6-A3A4-EA1D-FF9436A1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36DFA-DDC1-D48D-C25A-0AA97FAA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6E47-8ED2-2030-92E4-2193C4D5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31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8F3E-2EA2-C006-C74B-EFD7427E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6138-F257-D9A1-9279-8F7FB734D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0D9D4-B972-4DB0-686E-D9B5D5B5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C0613-DDF3-DAAF-D4FB-C78ADAAA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27451-9665-78AC-969A-FEC4CA75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45A7-4164-CF57-5FDC-20591980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997E3-B782-3973-33FC-2A0ABC00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2C133-2CE9-ACE3-0C61-DE8C0915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A40AE-85C4-90F7-74EC-2185F6A2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B0D32-B232-62F2-F23D-C35029B1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852E-3982-E60C-3CC8-1ED82CBD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44C75-3E04-3D3C-932B-EA3005A89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3E755-A231-0C1B-4B2E-E90B0ADE9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75734-4B8A-0E77-0D47-1A94BD66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2CFAA-9A0A-12E6-D01D-AFCA33E3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308B6-B1B3-0ABF-4908-F6AE76FC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03DB-C354-4D21-A1B5-4362A907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11177-8568-B2CB-762E-8A3D39F3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06035-AA0A-B8CF-445E-49F6F3DFB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3C9BA-A078-D91B-F2DD-4F20D40B7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E2850-9125-24A7-A2E5-490902E7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982D4-FFA1-4EE8-8681-EB4702AC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B1F69-9415-2176-5381-496CEA29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E4391-75F3-525B-AE93-33EE3863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9467-38DA-4A33-8909-A953C8F7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F56A8-05B6-BA9E-3AAA-7950633E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F142E-AD49-BB43-3E1A-8D4258BC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EDC52-12FB-5DB7-3266-AF8B9C71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94755-17B1-09DC-51BA-ADB43061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2B376-1DAB-4347-AEB5-577D7DE4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266A1-14F8-10E5-BFDF-FEAE8FFD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A593-3031-F527-6C5D-CFDE866F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CD29-FBD3-4F90-1429-13D81AC3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AE168-DFFD-F9A2-1AE9-F9A0BDBCD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F3F45-292D-21CA-4075-815ABDCC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3E6C7-D23E-8255-43AE-E2A1A1EB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71E93-1364-9757-C710-AA4A5166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93A3-6DA6-1845-B4BA-C82010C6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05E77-17FB-F1BD-F2F7-BF81459DF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DB721-B484-9E3B-ADAD-01466B737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CF1E7-3225-A9D3-2060-925F530D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32F1-FDCB-C1BF-424C-15F6CD07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B6CA9-936E-A698-3A00-D12C94C1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9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07DE-8846-241A-B9DB-AA153A66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5555E-16B7-F100-1525-4A5A41750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FA92-8E2F-BCD9-9781-F54CCFBA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8C97F-E39F-A56A-95CA-D603D2F0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E5DA2-B02E-AB47-71A6-78CDEA42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2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CE08B-4CFD-82D9-73DA-A05AB059D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0063D-11CF-9955-962E-DF1E30FCE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BE60-6796-10BF-B370-5134FA2A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55F96-2557-1D55-954C-694856D0A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8D5AC-1DD7-B564-F549-CE88C9AB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4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9062B-9845-39AA-A4E0-3F875500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DA046-D926-2D37-5AB4-273587477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FC915-8979-0C79-7780-0CC7BD3BF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8F79A-7B20-4997-9C04-E685055CDB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71157-FD85-E688-7694-A5E703ACE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15DF-79E6-0CC4-9C25-64CA7BD18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8642A-7A31-457B-B00E-B3742E6A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1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1DDF3DE-577F-D2CC-DAFF-5800A35AF522}"/>
              </a:ext>
            </a:extLst>
          </p:cNvPr>
          <p:cNvSpPr txBox="1"/>
          <p:nvPr/>
        </p:nvSpPr>
        <p:spPr>
          <a:xfrm>
            <a:off x="4819005" y="1219691"/>
            <a:ext cx="13531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6338E4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</a:t>
            </a:r>
            <a:endParaRPr lang="en-US" sz="6600" b="1" dirty="0">
              <a:solidFill>
                <a:srgbClr val="6338E4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0EF84-96EB-6D82-17DE-78CFA52BAA5F}"/>
              </a:ext>
            </a:extLst>
          </p:cNvPr>
          <p:cNvSpPr txBox="1"/>
          <p:nvPr/>
        </p:nvSpPr>
        <p:spPr>
          <a:xfrm>
            <a:off x="6019800" y="1219691"/>
            <a:ext cx="15252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6338E4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GO</a:t>
            </a:r>
            <a:endParaRPr lang="en-US" sz="6600" b="1" dirty="0">
              <a:solidFill>
                <a:srgbClr val="6338E4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1635FE-9F09-3959-E6A5-740F693C45F9}"/>
              </a:ext>
            </a:extLst>
          </p:cNvPr>
          <p:cNvSpPr txBox="1"/>
          <p:nvPr/>
        </p:nvSpPr>
        <p:spPr>
          <a:xfrm>
            <a:off x="628477" y="2819182"/>
            <a:ext cx="10935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Propulsez votre entreprise dans l’ère du numérique</a:t>
            </a:r>
            <a:endParaRPr lang="en-US" sz="3600" dirty="0">
              <a:solidFill>
                <a:schemeClr val="bg2">
                  <a:lumMod val="90000"/>
                </a:schemeClr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99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66A4B-9408-B1CC-44BE-12B344733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9C14F-43B2-0339-B14D-B799C54A1BFB}"/>
              </a:ext>
            </a:extLst>
          </p:cNvPr>
          <p:cNvSpPr txBox="1"/>
          <p:nvPr/>
        </p:nvSpPr>
        <p:spPr>
          <a:xfrm>
            <a:off x="3130167" y="2812651"/>
            <a:ext cx="5918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Boostez votre </a:t>
            </a:r>
            <a:r>
              <a:rPr lang="fr-FR" sz="3600" dirty="0">
                <a:solidFill>
                  <a:srgbClr val="9999FF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compétitivité</a:t>
            </a:r>
            <a:endParaRPr lang="en-US" sz="3600" dirty="0">
              <a:solidFill>
                <a:srgbClr val="9999FF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303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0">
        <p14:flip dir="r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CCD83-3149-B15B-8982-92CCA9AD3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1B74E5-128D-5788-BED1-790DD51A3D3A}"/>
              </a:ext>
            </a:extLst>
          </p:cNvPr>
          <p:cNvSpPr txBox="1"/>
          <p:nvPr/>
        </p:nvSpPr>
        <p:spPr>
          <a:xfrm>
            <a:off x="1474986" y="2812651"/>
            <a:ext cx="9232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avec des solutions </a:t>
            </a:r>
            <a:r>
              <a:rPr lang="fr-FR" sz="3600" dirty="0">
                <a:solidFill>
                  <a:srgbClr val="9999FF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modernes</a:t>
            </a:r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 et </a:t>
            </a:r>
            <a:r>
              <a:rPr lang="fr-FR" sz="3600" dirty="0">
                <a:solidFill>
                  <a:srgbClr val="9999FF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innovantes</a:t>
            </a:r>
            <a:endParaRPr lang="en-US" sz="3600" dirty="0">
              <a:solidFill>
                <a:srgbClr val="9999FF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27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18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Avenir Next LT Pro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Emilien Marotta</dc:creator>
  <cp:lastModifiedBy>Emilien Marotta</cp:lastModifiedBy>
  <cp:revision>1</cp:revision>
  <dcterms:created xsi:type="dcterms:W3CDTF">2024-10-27T09:19:55Z</dcterms:created>
  <dcterms:modified xsi:type="dcterms:W3CDTF">2024-10-27T13:03:01Z</dcterms:modified>
</cp:coreProperties>
</file>